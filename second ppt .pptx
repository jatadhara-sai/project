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61" r:id="rId4"/>
    <p:sldId id="267" r:id="rId5"/>
    <p:sldId id="289" r:id="rId6"/>
    <p:sldId id="270" r:id="rId7"/>
    <p:sldId id="269" r:id="rId8"/>
    <p:sldId id="275" r:id="rId9"/>
    <p:sldId id="293" r:id="rId10"/>
    <p:sldId id="280" r:id="rId11"/>
    <p:sldId id="291" r:id="rId12"/>
    <p:sldId id="292" r:id="rId13"/>
    <p:sldId id="273" r:id="rId14"/>
    <p:sldId id="2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01" autoAdjust="0"/>
    <p:restoredTop sz="90588" autoAdjust="0"/>
  </p:normalViewPr>
  <p:slideViewPr>
    <p:cSldViewPr snapToGrid="0">
      <p:cViewPr varScale="1">
        <p:scale>
          <a:sx n="75" d="100"/>
          <a:sy n="75" d="100"/>
        </p:scale>
        <p:origin x="45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8C568-A851-45CA-8CE5-0CD8574044F3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A957B-E6A2-4316-A441-07A823F1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391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64E1-A019-1368-E236-8AE1F9FBD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CD4CC-15D5-D750-1798-035449204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996D-A5F3-4F22-8D16-8921563F5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7298-4C5D-4F3D-BFCF-F9960CE1EA2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03C84-A219-1433-425B-32D89B500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02505-8391-97E8-FD7B-9499A232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F1250-218A-45C8-9DBE-DFDD27E9C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912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EB01-2723-E318-A8ED-17098726A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F9052-80EE-B74F-6E75-1AC0033A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32C32-4349-C193-B5EE-694C6C767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7298-4C5D-4F3D-BFCF-F9960CE1EA2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20BBA-12B6-7531-5BA2-1A54D285C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FC711-3CA2-EC84-1ECF-6E8A0507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F1250-218A-45C8-9DBE-DFDD27E9C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13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84CE-14B7-BA98-6CDE-2424BF1A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D43EA-7435-0587-F1E9-E4E31D449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181A1-F0D0-1F1E-10AB-6E6BE3D52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7298-4C5D-4F3D-BFCF-F9960CE1EA2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CD49D-5651-C489-DCB4-97E521C04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CEBFD-9646-F495-F03F-5E78707F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F1250-218A-45C8-9DBE-DFDD27E9C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040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AE94-D6C0-4B0A-8029-43A5A9FD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BB977-55F7-42D8-A8CD-859168716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65193-1A50-EB02-E979-3387BE3F1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81082-9F7D-10FC-D0BA-17A32870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7298-4C5D-4F3D-BFCF-F9960CE1EA2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352C9-7476-8EBA-216F-D178C176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B56C4-929E-AE6C-D1F0-5107E2816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F1250-218A-45C8-9DBE-DFDD27E9C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49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F63B8-995E-0B6E-6AA4-31821C75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D98C1-7285-D04D-D0B6-D91CB480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90D9-9BDE-7513-10A5-4C251386A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576E9C-2EEA-9970-D213-BD4FA9A0E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E1C3C6-6EDB-6984-8F31-1C7C4C01B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82C47-BF33-555E-3C86-01AC3A0B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7298-4C5D-4F3D-BFCF-F9960CE1EA2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F48FB4-0326-727D-EEEE-3ACE2147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74E62-E97D-6006-720F-2AA2D3A8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F1250-218A-45C8-9DBE-DFDD27E9C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13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02C4-D633-0F82-C07C-510CB1AA0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29D9C1-E7C9-0277-3415-A1484DE26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7298-4C5D-4F3D-BFCF-F9960CE1EA2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D6CC9-42B0-1175-8E8A-F5D702F22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94276-9ADF-6FE5-6FCB-A22F3AA2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F1250-218A-45C8-9DBE-DFDD27E9C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853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B847B9-2874-96FF-0286-888569597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7298-4C5D-4F3D-BFCF-F9960CE1EA2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16F2B-8B3D-685E-C026-B6DE3C0C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5C9E4-C994-D397-08F4-23DAD2640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F1250-218A-45C8-9DBE-DFDD27E9C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36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8DD9-9EFB-E867-43F6-006808C4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89D92-1C6F-9B9F-47E9-C5CE678F1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327AB-0AF0-8969-12A7-A7DFCE74C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10F67-25D5-A6F3-C787-F296B5F9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7298-4C5D-4F3D-BFCF-F9960CE1EA2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486AD-B9BB-B70A-32FC-C61A91C9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98227-FE74-56D3-387C-25DE47127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F1250-218A-45C8-9DBE-DFDD27E9C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50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CCAF1-B4F3-E9B7-CF23-0CFF9F17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A65579-1006-1B97-085E-9C2416DE6C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27C79-A575-486C-ADD4-79E6A38DA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F1D6A-4CD1-2519-29C0-96CC877FF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7298-4C5D-4F3D-BFCF-F9960CE1EA2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BEA90-2685-31FE-D476-028DADA0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98D96-AC42-923D-8D30-34A8F40F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F1250-218A-45C8-9DBE-DFDD27E9C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80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19D3-A4D3-5813-A65A-2BBFF58C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DFB2A-B9AE-F6C6-53FA-DE5A3D13C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E4ADF-45F5-6687-F4CD-62D0B9BF0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7298-4C5D-4F3D-BFCF-F9960CE1EA2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11BF6-26C4-7E5D-C511-482DAF37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37C6B-240C-3BC5-A686-AF650063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F1250-218A-45C8-9DBE-DFDD27E9C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86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DB2694-0B8E-9FC4-2C0A-8C385BE9C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FC672-9169-0A39-B9B3-66C450B49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916E-9238-A5E6-B3E3-D5936F96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7298-4C5D-4F3D-BFCF-F9960CE1EA2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6B129-B705-6DD9-7433-8A32E807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D9E79-3654-3A2C-3AC4-9BCF6F78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F1250-218A-45C8-9DBE-DFDD27E9C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61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F7148-ADD3-2039-4E01-07B337B9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B189F-C6BA-E349-91C6-8C722A70C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8611B-297C-8048-1F4A-2F8EE74D9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87298-4C5D-4F3D-BFCF-F9960CE1EA2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05EAF-EFD8-EA2E-221A-8D7ADA36F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CB8B7-1C2E-24ED-33FA-1CFB49E10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F1250-218A-45C8-9DBE-DFDD27E9C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91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82EADC-5591-722A-315A-4B19F5BE2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" y="1287104"/>
            <a:ext cx="12192000" cy="55804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338E71-C579-D637-F10F-AA49B654B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1483" y="1472381"/>
            <a:ext cx="9144000" cy="2432469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Multi-Agent System for Adaptive Student Competency Analysis</a:t>
            </a:r>
            <a:endParaRPr lang="en-IN" sz="4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9F1F09-3367-55BB-6EE0-2BCDFFB04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999" cy="12775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049FBE-1A0D-CDCA-D159-F180254F76A5}"/>
              </a:ext>
            </a:extLst>
          </p:cNvPr>
          <p:cNvSpPr txBox="1"/>
          <p:nvPr/>
        </p:nvSpPr>
        <p:spPr>
          <a:xfrm>
            <a:off x="558479" y="4920514"/>
            <a:ext cx="61866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Arial Black" panose="020B0A04020102020204" pitchFamily="34" charset="0"/>
              </a:rPr>
              <a:t>Project Guide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E02445-72E2-093D-AC3C-A16481C9A8B7}"/>
              </a:ext>
            </a:extLst>
          </p:cNvPr>
          <p:cNvSpPr txBox="1"/>
          <p:nvPr/>
        </p:nvSpPr>
        <p:spPr>
          <a:xfrm>
            <a:off x="558479" y="5320624"/>
            <a:ext cx="61866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Mrs. </a:t>
            </a:r>
            <a:r>
              <a:rPr lang="en-IN" sz="2000" b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Sreeja Sravanam</a:t>
            </a:r>
            <a:endParaRPr lang="en-US" sz="200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r>
              <a:rPr lang="en-US" sz="200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US" sz="200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CSE(Data Science) </a:t>
            </a:r>
            <a:endParaRPr lang="en-US" sz="20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B4DF66-E7C6-1D44-C168-012C15FCC320}"/>
              </a:ext>
            </a:extLst>
          </p:cNvPr>
          <p:cNvSpPr txBox="1"/>
          <p:nvPr/>
        </p:nvSpPr>
        <p:spPr>
          <a:xfrm>
            <a:off x="7728154" y="4920514"/>
            <a:ext cx="617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latin typeface="Arial Black" panose="020B0A04020102020204" pitchFamily="34" charset="0"/>
              </a:rPr>
              <a:t>Team Members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2A289D-D343-35A3-A4A1-74262908D9E5}"/>
              </a:ext>
            </a:extLst>
          </p:cNvPr>
          <p:cNvSpPr txBox="1"/>
          <p:nvPr/>
        </p:nvSpPr>
        <p:spPr>
          <a:xfrm>
            <a:off x="7728154" y="5320624"/>
            <a:ext cx="42770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P. Sujaya Raghavi (22501A4459)</a:t>
            </a:r>
            <a:br>
              <a:rPr lang="en-IN" sz="18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en-IN" sz="18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K. </a:t>
            </a:r>
            <a:r>
              <a:rPr lang="en-IN" sz="1800" b="1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Jatadhara</a:t>
            </a:r>
            <a:r>
              <a:rPr lang="en-IN" sz="18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Sai (22501A4425)</a:t>
            </a:r>
            <a:br>
              <a:rPr lang="en-IN" sz="18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en-IN" sz="18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D. Sushanth Teja (22501A4412)</a:t>
            </a:r>
            <a:br>
              <a:rPr lang="en-IN" sz="18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endParaRPr lang="en-IN" sz="1800" b="1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135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09178-9FBB-F7AB-D23D-AD3DCD19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8F595F-03B9-35C9-4476-49DCF8FC5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4D34EC-6A8A-44F4-6BFD-9239A4EA9541}"/>
              </a:ext>
            </a:extLst>
          </p:cNvPr>
          <p:cNvSpPr txBox="1"/>
          <p:nvPr/>
        </p:nvSpPr>
        <p:spPr>
          <a:xfrm>
            <a:off x="190500" y="2628781"/>
            <a:ext cx="52273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SYSTEM </a:t>
            </a:r>
          </a:p>
          <a:p>
            <a:r>
              <a:rPr lang="en-IN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ARCHITECTURE</a:t>
            </a:r>
            <a:endParaRPr lang="en-IN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2DBD0F-B8EB-8F44-243C-970B47838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47" b="-1609"/>
          <a:stretch>
            <a:fillRect/>
          </a:stretch>
        </p:blipFill>
        <p:spPr>
          <a:xfrm>
            <a:off x="4467828" y="283580"/>
            <a:ext cx="7349924" cy="657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99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45CF7-86A1-5A2D-238E-68705998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4400C8-E072-A304-3158-3039B7D87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F47BE1-BE05-0BD9-9048-768FCEAC2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30" b="3274"/>
          <a:stretch>
            <a:fillRect/>
          </a:stretch>
        </p:blipFill>
        <p:spPr>
          <a:xfrm>
            <a:off x="0" y="1120140"/>
            <a:ext cx="12192000" cy="57302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09FBAC0-1245-C68C-2C85-426272AB7F49}"/>
              </a:ext>
            </a:extLst>
          </p:cNvPr>
          <p:cNvSpPr/>
          <p:nvPr/>
        </p:nvSpPr>
        <p:spPr>
          <a:xfrm>
            <a:off x="0" y="129540"/>
            <a:ext cx="1156731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COMPONENT EXPLANATION</a:t>
            </a:r>
          </a:p>
        </p:txBody>
      </p:sp>
    </p:spTree>
    <p:extLst>
      <p:ext uri="{BB962C8B-B14F-4D97-AF65-F5344CB8AC3E}">
        <p14:creationId xmlns:p14="http://schemas.microsoft.com/office/powerpoint/2010/main" val="1313987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D93FB-F1B7-81A2-4F7C-E6665F159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AB7BB2-85F8-078A-C744-242F425F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A2B328-874D-EDBC-0FE8-203CFFBFD320}"/>
              </a:ext>
            </a:extLst>
          </p:cNvPr>
          <p:cNvSpPr txBox="1"/>
          <p:nvPr/>
        </p:nvSpPr>
        <p:spPr>
          <a:xfrm>
            <a:off x="368362" y="779241"/>
            <a:ext cx="11455271" cy="6478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1.The system enables an adaptive assessment process starting from user login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2.Domain selection includes three areas: Aptitude, Reasoning, and Verbal.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3.Questions are dynamically generated using LLMs, ensuring a unique test experience without relying on fixed question banks.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4.Student responses and time are continuously monitored,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 multi-agent pipeline(APOT MODEL) evaluates performance by analyzing correctness and difficulty.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6.Competency Index is computed to classify users into skill levels and provide personalized feedback for improvement.</a:t>
            </a:r>
          </a:p>
          <a:p>
            <a:pPr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72FE12-D5DA-3D42-DA96-2AB8E4899FE2}"/>
              </a:ext>
            </a:extLst>
          </p:cNvPr>
          <p:cNvSpPr txBox="1"/>
          <p:nvPr/>
        </p:nvSpPr>
        <p:spPr>
          <a:xfrm>
            <a:off x="1689904" y="185195"/>
            <a:ext cx="74512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COMPONENT EXPLANATION</a:t>
            </a:r>
          </a:p>
        </p:txBody>
      </p:sp>
    </p:spTree>
    <p:extLst>
      <p:ext uri="{BB962C8B-B14F-4D97-AF65-F5344CB8AC3E}">
        <p14:creationId xmlns:p14="http://schemas.microsoft.com/office/powerpoint/2010/main" val="362556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E484F-0368-185F-3244-C44B5F76A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6B71AA-C0D1-474A-91E1-DB0A5503A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647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10D36A-26F2-EBD9-938B-C38FD65C3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2" y="1056492"/>
            <a:ext cx="12136478" cy="5623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BBD5BD-B5D6-9C67-6E95-AE4CC69045D4}"/>
              </a:ext>
            </a:extLst>
          </p:cNvPr>
          <p:cNvSpPr txBox="1"/>
          <p:nvPr/>
        </p:nvSpPr>
        <p:spPr>
          <a:xfrm>
            <a:off x="55522" y="35551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COMPONENT EXPLANATION-THREE CREWAI AGENTS</a:t>
            </a:r>
          </a:p>
        </p:txBody>
      </p:sp>
    </p:spTree>
    <p:extLst>
      <p:ext uri="{BB962C8B-B14F-4D97-AF65-F5344CB8AC3E}">
        <p14:creationId xmlns:p14="http://schemas.microsoft.com/office/powerpoint/2010/main" val="586383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F2E55-A73E-2641-A6EA-85218D40B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2903B5-C192-E76F-41F6-92DDCC1DA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9FA275-F5DA-F25D-5E06-8F48B27A0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84" y="1345023"/>
            <a:ext cx="11690430" cy="130313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82E14B-7B65-A025-C2A5-0E3B4EB06127}"/>
              </a:ext>
            </a:extLst>
          </p:cNvPr>
          <p:cNvSpPr/>
          <p:nvPr/>
        </p:nvSpPr>
        <p:spPr>
          <a:xfrm>
            <a:off x="933691" y="0"/>
            <a:ext cx="1032461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IMPLEMENTATION DETAILS: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0B68DA-CCF2-99CB-982F-1A3EF0C4E835}"/>
              </a:ext>
            </a:extLst>
          </p:cNvPr>
          <p:cNvSpPr txBox="1"/>
          <p:nvPr/>
        </p:nvSpPr>
        <p:spPr>
          <a:xfrm>
            <a:off x="3310601" y="688005"/>
            <a:ext cx="5798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Agent Prompt Design &amp; Backstory </a:t>
            </a:r>
            <a:endParaRPr lang="en-US" sz="2800" dirty="0">
              <a:highlight>
                <a:srgbClr val="000000"/>
              </a:highlight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EAF46D-DDA7-DF76-78FC-76EFA66BE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84" y="2648156"/>
            <a:ext cx="11690430" cy="394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7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1FB0A-266C-B07E-0374-C7009C6E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B396A9-B7FF-0A6B-5690-AE3338F54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2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81AFCB-10E2-29BE-E658-83097A94251C}"/>
              </a:ext>
            </a:extLst>
          </p:cNvPr>
          <p:cNvSpPr txBox="1"/>
          <p:nvPr/>
        </p:nvSpPr>
        <p:spPr>
          <a:xfrm>
            <a:off x="104172" y="115747"/>
            <a:ext cx="115515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IMPLEMENTATION DETAILS: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917BB-6311-93E4-7283-B604D9D8DEC2}"/>
              </a:ext>
            </a:extLst>
          </p:cNvPr>
          <p:cNvSpPr txBox="1"/>
          <p:nvPr/>
        </p:nvSpPr>
        <p:spPr>
          <a:xfrm>
            <a:off x="3979039" y="1053680"/>
            <a:ext cx="66525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APOT Mapping</a:t>
            </a:r>
            <a:endParaRPr lang="en-IN" sz="3200" dirty="0">
              <a:highlight>
                <a:srgbClr val="000000"/>
              </a:highlight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749A62-BE79-F2CB-616E-B760D78E1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80"/>
          <a:stretch>
            <a:fillRect/>
          </a:stretch>
        </p:blipFill>
        <p:spPr>
          <a:xfrm>
            <a:off x="569088" y="2034418"/>
            <a:ext cx="11262167" cy="431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4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29664-71B5-FE5C-01A8-0952B6EDB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00C3D0-42B3-2DC9-1292-C517A336D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9F5FA8-C2E5-3408-AAB1-6ECC803B8435}"/>
              </a:ext>
            </a:extLst>
          </p:cNvPr>
          <p:cNvSpPr txBox="1"/>
          <p:nvPr/>
        </p:nvSpPr>
        <p:spPr>
          <a:xfrm>
            <a:off x="1319513" y="416688"/>
            <a:ext cx="89327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IMPLEMENTATION DETAILS: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681999-4D81-3D1F-AE0F-7B76B0863F0B}"/>
              </a:ext>
            </a:extLst>
          </p:cNvPr>
          <p:cNvSpPr txBox="1"/>
          <p:nvPr/>
        </p:nvSpPr>
        <p:spPr>
          <a:xfrm>
            <a:off x="381965" y="1186129"/>
            <a:ext cx="1142421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APOT to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CrewAI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 Mapping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APOT model (Assess, Predict, Oversee, Transit)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multi-agent approach for adaptive assessment.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Phase: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MCQ Evaluator Agent checks whether the student’s answer is correct.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Phase: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Difficulty Predictor Agent analyzes performance and classifies the question difficulty.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Oversee Phase: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Adaptive MCQ Overseer Agent combines evaluation and prediction to confirm the current difficulty level.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 Phase: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Overseer Agent decides the next question difficulty, ensuring smooth adaptation based on student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493214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FE08A-D2B1-B942-8A2E-14D94548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978F5A-5FE8-FA79-E059-2765C923D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B7CAC8-3878-B332-873C-F08D634C33E9}"/>
              </a:ext>
            </a:extLst>
          </p:cNvPr>
          <p:cNvSpPr txBox="1"/>
          <p:nvPr/>
        </p:nvSpPr>
        <p:spPr>
          <a:xfrm>
            <a:off x="104172" y="115747"/>
            <a:ext cx="115515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IMPLEMENTATION DETAILS: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F4BD7-871B-FB45-6BB0-7EBF408A0CEE}"/>
              </a:ext>
            </a:extLst>
          </p:cNvPr>
          <p:cNvSpPr txBox="1"/>
          <p:nvPr/>
        </p:nvSpPr>
        <p:spPr>
          <a:xfrm>
            <a:off x="382447" y="982176"/>
            <a:ext cx="1142710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Bootstrap, Chart.js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Django 4.2 (Python) as the web framework managing the full test lifecycle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as the database with three core models —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StudentTestResult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QuestionPerformance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AdaptiveLearningHistory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Agent Layer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CrewAI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orchestrating the three-agent pipeline with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Process.sequential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Gemini 2.5 Flash as the underlying LLM driving all three agents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generativeai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SDK for on-the-fly MCQ generation with strict JSON schema</a:t>
            </a:r>
          </a:p>
        </p:txBody>
      </p:sp>
    </p:spTree>
    <p:extLst>
      <p:ext uri="{BB962C8B-B14F-4D97-AF65-F5344CB8AC3E}">
        <p14:creationId xmlns:p14="http://schemas.microsoft.com/office/powerpoint/2010/main" val="345797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70E1-4F1F-2058-FC98-5AE4939E6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59F031-AE20-EE04-E90D-21AC405DD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2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C242A3-E250-6E11-809F-367DC0CE7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1" t="8665" r="2985" b="10746"/>
          <a:stretch>
            <a:fillRect/>
          </a:stretch>
        </p:blipFill>
        <p:spPr>
          <a:xfrm>
            <a:off x="1143000" y="1066799"/>
            <a:ext cx="9580965" cy="2657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663984-69C5-BFD7-610C-64319CF1AA98}"/>
              </a:ext>
            </a:extLst>
          </p:cNvPr>
          <p:cNvSpPr txBox="1"/>
          <p:nvPr/>
        </p:nvSpPr>
        <p:spPr>
          <a:xfrm>
            <a:off x="1828800" y="154602"/>
            <a:ext cx="7505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RESULTS AND DISCUSSIONS: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419214-3650-9559-D67B-97D14439108A}"/>
              </a:ext>
            </a:extLst>
          </p:cNvPr>
          <p:cNvSpPr txBox="1"/>
          <p:nvPr/>
        </p:nvSpPr>
        <p:spPr>
          <a:xfrm>
            <a:off x="1295400" y="3928586"/>
            <a:ext cx="95809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correctly adapted difficulty across all 4 representative scenarios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Fast+Correct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escalated to Medium,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Slow+Correct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moved to Medium, and both incorrect responses triggered a downgrade - confirming the agent pipeline behaves logically and consistently.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708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4B8EA-5D46-11AC-E298-2A07E64A8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0F8DB3-C45B-8C4A-23E2-88E6ACEB3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327DC4-C501-E3B8-967E-38826651F639}"/>
              </a:ext>
            </a:extLst>
          </p:cNvPr>
          <p:cNvSpPr txBox="1"/>
          <p:nvPr/>
        </p:nvSpPr>
        <p:spPr>
          <a:xfrm>
            <a:off x="1828799" y="323548"/>
            <a:ext cx="8048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RESULTS AND DISCUSSIONS: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0292A4-C257-504C-FB1D-7FF3CF471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" t="8646" r="2236" b="5445"/>
          <a:stretch>
            <a:fillRect/>
          </a:stretch>
        </p:blipFill>
        <p:spPr>
          <a:xfrm>
            <a:off x="221754" y="2021075"/>
            <a:ext cx="5795369" cy="38054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172BE2-109E-4423-8DED-6C1A8683DF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2" t="23888" r="5057" b="6389"/>
          <a:stretch>
            <a:fillRect/>
          </a:stretch>
        </p:blipFill>
        <p:spPr>
          <a:xfrm>
            <a:off x="6238877" y="1743131"/>
            <a:ext cx="5795370" cy="436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876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587A-70CF-B1BB-B73B-AB43B044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B60EDB-D22B-74B1-6B07-9FAFA6F71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41FB6C-D0D9-625D-A4BA-4C50606C0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"/>
          <a:stretch>
            <a:fillRect/>
          </a:stretch>
        </p:blipFill>
        <p:spPr>
          <a:xfrm>
            <a:off x="494221" y="1015541"/>
            <a:ext cx="11203558" cy="55995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CA690E-3B22-40AC-0AAD-E0CA92BFA29C}"/>
              </a:ext>
            </a:extLst>
          </p:cNvPr>
          <p:cNvSpPr txBox="1"/>
          <p:nvPr/>
        </p:nvSpPr>
        <p:spPr>
          <a:xfrm>
            <a:off x="942975" y="215383"/>
            <a:ext cx="88963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RESULTS AND DISCUSSIONS: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13578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33FC8-F91F-6B18-EA47-BB8AEB814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D17516-5ECA-1CF1-1A22-C5065FBDC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677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68E0C3-672B-EC6F-747C-0E08F97516EE}"/>
              </a:ext>
            </a:extLst>
          </p:cNvPr>
          <p:cNvSpPr txBox="1"/>
          <p:nvPr/>
        </p:nvSpPr>
        <p:spPr>
          <a:xfrm>
            <a:off x="1247775" y="149422"/>
            <a:ext cx="86677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RESULTS AND DISCUSSIONS: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5C8DE4-B0A9-357A-7E65-547D91966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96" y="1921945"/>
            <a:ext cx="6436971" cy="4739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06AD08-333D-E317-500E-A377B2A5AB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576" y="1826303"/>
            <a:ext cx="4563015" cy="49305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98CF53-6311-952C-79D4-36ED71CE9CA1}"/>
              </a:ext>
            </a:extLst>
          </p:cNvPr>
          <p:cNvSpPr txBox="1"/>
          <p:nvPr/>
        </p:nvSpPr>
        <p:spPr>
          <a:xfrm>
            <a:off x="529979" y="897184"/>
            <a:ext cx="111320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presents a clear end-of-session summary showing the overall score ,correct vs wrong answers, total time taken , average time per question and the difficulty progression (Easy → Medium) — giving the student an immediate, readable snapshot of their performance in a single view.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033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719F4-9F48-85C2-1545-7EC35ACBF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E97FEE-84F2-9358-80B3-771F8F575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7E6235-35EC-3287-14F6-1F4B87201DA5}"/>
              </a:ext>
            </a:extLst>
          </p:cNvPr>
          <p:cNvSpPr txBox="1"/>
          <p:nvPr/>
        </p:nvSpPr>
        <p:spPr>
          <a:xfrm>
            <a:off x="2663578" y="2381988"/>
            <a:ext cx="609407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THANK YOU</a:t>
            </a:r>
            <a:endParaRPr lang="en-US" sz="66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8414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470</Words>
  <Application>Microsoft Office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Arial Black</vt:lpstr>
      <vt:lpstr>Calibri</vt:lpstr>
      <vt:lpstr>Times New Roman</vt:lpstr>
      <vt:lpstr>Office Theme</vt:lpstr>
      <vt:lpstr>A Multi-Agent System for Adaptive Student Competency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sujaya</dc:creator>
  <cp:lastModifiedBy>Sushanth Teja</cp:lastModifiedBy>
  <cp:revision>28</cp:revision>
  <dcterms:created xsi:type="dcterms:W3CDTF">2026-01-28T09:10:13Z</dcterms:created>
  <dcterms:modified xsi:type="dcterms:W3CDTF">2026-04-20T04:59:55Z</dcterms:modified>
</cp:coreProperties>
</file>